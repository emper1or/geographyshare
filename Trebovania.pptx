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BC9F8-DED5-4E38-A374-D26743379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0DEF35-95FF-4915-87D9-7231E4E55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FF6945-5CC5-4CD1-B0D5-401FB30F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FFA405-3F54-4983-925B-63F83521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4FAF26-DDD2-497F-9C92-5C0B1E40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64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7BA9C-B12C-486C-8E32-3C1CC1A1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1F49A3-61F4-435C-8F7C-F3C5EE02C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8BE06-9B6A-4C9C-B4BC-A8EEA2CF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9F7BBC-FAA3-4387-B0B5-C44D6B60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E18462-3D40-4A32-889B-197D0ABB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02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1BF781-9BAD-4A39-A711-D06D2DE39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2133CF-D003-467A-BAA6-70BE0B117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893E7C-5864-4B83-88EE-331E7416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0BBF04-A72D-4E56-9C34-0F1D678B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2DCED0-7EF2-471D-94A0-D7185733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33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E66DA-608F-4BA2-843E-603E6D42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FCD9C6-DCE8-404E-9CE4-5B1667C67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529052-A386-4D9E-B014-0203C85D3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71FDA1-62C0-482B-9285-D4A2FB3B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F4E08D-04A5-46E8-903E-BA73DA57D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992F07-74DB-4BF5-8CBA-87C16545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69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885DE-B93D-48B3-94EA-39B21969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69E2B9-3163-4AEE-AB21-A58620B8E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86F88C-5990-45EB-AFB7-37D5C8DDC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9E83D79-F947-47E5-A920-6A2064BA4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4DD317-8D6E-42D1-9EA1-AF83A7380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63DF9F-9E2D-4AC3-A701-99F810B9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3E9965-A87C-432D-8E99-969301608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B7EFC6-5922-4A99-B2AD-179BA226C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94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A61DD-0C93-43A9-8AC8-2075B526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DCE42D-3AD6-4053-B2D6-EA56AEB0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97D942-15A9-47BB-95CA-E1253424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74B9C2-3313-41A8-B799-19D00A29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63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5263434-B6FA-4714-9AB3-8451CC2D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FBCF1C-6C5A-4EC0-8FB5-4AE2D0E9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572762-6575-4443-9F23-3BF2E532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97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25E50-79FB-4198-ADAE-59B61B827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3CFDB2-A232-4AD2-882D-5B65E77A4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7ED1AC-7DA9-462B-B7FE-DFD9E232C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0039EE-A2E2-4D90-BCED-A4A164C2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41F002-DEB7-4A76-8456-3B2BA3A5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8B75AE-37B6-4C82-B7F2-252FE2DE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4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9E8E7-B06D-4E34-8438-93BBBBA1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4A0F75-910D-42F8-AA4F-00C0F1422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DEAA22-4E50-40D5-B441-3EDBBA76E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9C2348-BA30-4E11-8400-42D5E06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AE848D-EBE8-4ACE-ABC0-4AAD5AE0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D1B3A6-5117-40DF-93CB-02B2B537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747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19AD7-7187-4D2C-BE36-F7EFB821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4F6880-CADC-4222-B6E8-04CACC7CB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583300-12D6-4A39-8619-31C29662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AEE03C-3176-4937-86BE-431E8200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7E843E-7A6E-4C9C-ABCA-BE869B339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049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28AE45C-475D-448C-8B63-596A5C1F8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69CC2C-DD1C-40CF-8775-D9898B62F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C562BF-5787-4D27-BAD8-2E5C0567E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778A6A-43E4-418E-9A3F-6648ACC0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49119C-B2A9-4EE7-B665-220F5DFB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24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9FBA1-CCE6-4064-9E39-B4893FD9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DEA39D-7F51-45A5-AD04-5A8AA08EE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132DE0-9653-424D-B69D-FAD643A7F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D1BC9-43A7-443B-88EA-CACA64C0EA84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DC6654-DB49-494D-AB28-16934F99B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A04DE4-AD17-48CE-848E-6D574188F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46954-5DFE-4B8A-A778-1BFCA0487A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00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D0F57-3548-4C30-AB3B-20D7B8097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География. 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Погружение № 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EF392C-FB28-443F-92F7-66657DC672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15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3E897-1A31-47F5-B35E-CAD64D64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7EDBD2-FA54-446F-B4E7-FC46BE72A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092"/>
            <a:ext cx="10515600" cy="4351338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практические работы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Карта «Самое-самое в России» (5)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карта России (10)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проекта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Контрольная работа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Итого: 7 оценок</a:t>
            </a:r>
          </a:p>
        </p:txBody>
      </p:sp>
    </p:spTree>
    <p:extLst>
      <p:ext uri="{BB962C8B-B14F-4D97-AF65-F5344CB8AC3E}">
        <p14:creationId xmlns:p14="http://schemas.microsoft.com/office/powerpoint/2010/main" val="198616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70C2E-2338-44D1-B058-8331A94B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Проекты «Заповедники России»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CEC1AA-7660-4A39-9E6A-76B6F25E0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>
            <a:normAutofit lnSpcReduction="10000"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парах нужно подготовить доклад, посвящённой одному из заповедников России (список будет далее)</a:t>
            </a: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содержанию: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находится? (показать на карте)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создания и существования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Физико-географические характеристики (особенности рельефа, климата)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флоры и фауны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посещения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Интересные факты</a:t>
            </a:r>
          </a:p>
          <a:p>
            <a:pPr marL="914400" lvl="1" indent="-457200">
              <a:buFont typeface="+mj-lt"/>
              <a:buAutoNum type="arabicPeriod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89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70C2E-2338-44D1-B058-8331A94B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Проекты «Заповедники России»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CEC1AA-7660-4A39-9E6A-76B6F25E0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/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выступлению: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выступления: если </a:t>
            </a:r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вдвоём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не больше </a:t>
            </a:r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минут, если </a:t>
            </a:r>
            <a:r>
              <a:rPr lang="ru-RU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один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не больше </a:t>
            </a:r>
            <a:r>
              <a:rPr lang="ru-RU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минут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первом слайде должны быть указаны докладчики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презентации МИНИМУМ ТЕКСТА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должен быть читабельным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на слайде не должен повторять слова докладчиков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Докладчики должны стараться РАССКАЗЫВАТЬ</a:t>
            </a:r>
          </a:p>
          <a:p>
            <a:pPr marL="914400" lvl="1" indent="-457200">
              <a:buFont typeface="+mj-lt"/>
              <a:buAutoNum type="arabicPeriod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05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70C2E-2338-44D1-B058-8331A94B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1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Заповедники: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CEC1AA-7660-4A39-9E6A-76B6F25E0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0361" y="1189703"/>
            <a:ext cx="8131278" cy="5270089"/>
          </a:xfrm>
        </p:spPr>
        <p:txBody>
          <a:bodyPr>
            <a:normAutofit fontScale="70000" lnSpcReduction="20000"/>
          </a:bodyPr>
          <a:lstStyle/>
          <a:p>
            <a:pPr marL="457200" lvl="1" indent="0">
              <a:buNone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0.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</a:t>
            </a:r>
            <a:r>
              <a:rPr lang="ru-RU" sz="35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Особо охраняемые природные территории (для того, кто 1)</a:t>
            </a:r>
            <a:endParaRPr lang="ru-RU" sz="35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Астраханский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Баргузинский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Галичья</a:t>
            </a: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Гора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Приокско-Террасный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Кандалакшский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Кроноцкий</a:t>
            </a:r>
            <a:endParaRPr lang="ru-RU" sz="35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Остров Врангеля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Дальневосточный морской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Кедровая Падь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Усть</a:t>
            </a: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-Ленский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Таймырский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Тебердинский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Ильменский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35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Большой Арктический </a:t>
            </a:r>
            <a:endParaRPr lang="ru-RU" sz="35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ru-RU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388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70C2E-2338-44D1-B058-8331A94B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Особо охраняемые природные территории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CEC1AA-7660-4A39-9E6A-76B6F25E0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содержанию: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особо охраняемые природные территории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особо охраняемые природных территорий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 они отличаются друг от друга</a:t>
            </a:r>
          </a:p>
          <a:p>
            <a:pPr marL="914400" lvl="1" indent="-457200">
              <a:buFont typeface="+mj-lt"/>
              <a:buAutoNum type="arabicPeriod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4647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205</Words>
  <Application>Microsoft Office PowerPoint</Application>
  <PresentationFormat>Широкоэкранный</PresentationFormat>
  <Paragraphs>49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География.  Погружение № 2</vt:lpstr>
      <vt:lpstr>Оценка</vt:lpstr>
      <vt:lpstr>Проекты «Заповедники России»</vt:lpstr>
      <vt:lpstr>Проекты «Заповедники России»</vt:lpstr>
      <vt:lpstr>Заповедники:</vt:lpstr>
      <vt:lpstr>Особо охраняемые природные территории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География.  Погружение № 2</dc:title>
  <dc:creator>Макаров Антон</dc:creator>
  <cp:lastModifiedBy>VANYA emper1or</cp:lastModifiedBy>
  <cp:revision>16</cp:revision>
  <dcterms:created xsi:type="dcterms:W3CDTF">2026-01-10T19:41:17Z</dcterms:created>
  <dcterms:modified xsi:type="dcterms:W3CDTF">2026-01-20T11:42:47Z</dcterms:modified>
</cp:coreProperties>
</file>